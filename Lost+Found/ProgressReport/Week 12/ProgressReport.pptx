
<file path=[Content_Types].xml><?xml version="1.0" encoding="utf-8"?>
<Types xmlns="http://schemas.openxmlformats.org/package/2006/content-types"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57" r:id="rId5"/>
    <p:sldId id="260" r:id="rId6"/>
    <p:sldId id="258" r:id="rId7"/>
    <p:sldId id="263" r:id="rId8"/>
    <p:sldId id="265" r:id="rId9"/>
    <p:sldId id="269" r:id="rId10"/>
    <p:sldId id="262" r:id="rId11"/>
    <p:sldId id="266" r:id="rId12"/>
    <p:sldId id="267" r:id="rId13"/>
    <p:sldId id="268" r:id="rId14"/>
    <p:sldId id="270" r:id="rId15"/>
    <p:sldId id="271" r:id="rId16"/>
    <p:sldId id="264" r:id="rId17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40"/>
    <a:srgbClr val="00E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50"/>
    <p:restoredTop sz="94658"/>
  </p:normalViewPr>
  <p:slideViewPr>
    <p:cSldViewPr snapToGrid="0">
      <p:cViewPr>
        <p:scale>
          <a:sx n="130" d="100"/>
          <a:sy n="13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6077-F716-EE44-BEEE-CC3811C48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83D8A-93DD-4831-97F0-0614A6D43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611F2-02C0-BBEF-BB2B-462DB586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C497E-9480-CA71-0C0C-04D5A261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AABAD-19FC-DEC8-7E9A-8ED6F16D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9368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748A-5DC5-5BCA-A14D-D5DE97D8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F0E2B-52D0-7CEB-87AB-B2D906FA7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5C806-A30E-DB9B-417A-5471F595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74443-56F1-6075-E156-1E686076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784BB-5AAA-E1BA-4255-B5139B2A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2770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A5A9-D86E-3103-619D-1EC1C3996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5A834-327B-D9A2-0E96-3C131D5A9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60FA6-B76C-6CA0-1E79-B254E6D0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91C71-F4C0-C1A6-4EC1-0528431C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F1D37-9389-1F4C-483F-39C90D85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9027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5594-EEB8-11A0-DFA2-F977C9B5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EA534-BF5C-C9E9-340A-16039466A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6A08C-E6B8-2B75-0FEC-BABC28A7F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8CCAA-D17C-4556-B163-7FCFA70E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412BC-100B-FBE9-4596-D94150C4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FF909-7094-ED0B-3E94-A97930A7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0672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0DE2-4D0A-DBB1-4D52-24A98954B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8EF34-FCD7-C79D-3E2C-E0F6DFA42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6CAFD-FB88-9ECA-8DD2-9D36F874F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0689A-B480-2FCE-A903-227E85BAD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71B7B-4A95-8B95-76EA-8D96145FC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845DD-1164-5923-5DC4-1D947552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737B5-B68D-45AE-B386-B24246C0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649BD-F487-EE2F-BB48-9730749C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7368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DD97-5BBD-1225-0B90-E57885EC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DBA958-9012-5450-D23B-E3440396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E7E86-0BF2-5109-3AA7-E8AE0DF3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DD16C-9BA9-DF5D-42F4-0AB07C49F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8106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76AF2-9AEC-0225-E413-F4A3959D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18E86-753D-F15D-1813-5D6F42C2E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B39B9-3A87-588A-6347-8228FF28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930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7F30-DC18-3391-27E2-55C41EF9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A917-209A-7806-DC70-A5602DD42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F904F-7B22-9259-C5A5-DFE2557ED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15EEC-481C-EA3B-1B2A-72D771EE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E36AE-5204-9021-E2AF-1B8C5BD4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E33CB-C74B-48F9-FB6E-415B3BD5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01091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E5B2-91C3-A3C7-E111-BD2C6C9C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2CF30-83D5-0E86-D2F0-7A1AE1EC6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03AAB-095D-2AD9-FCE2-0570C9EFC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DC5A1-C226-46D9-B6F9-033AD179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6E5EB-D9C6-097E-C3BB-A9E03E8CA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4F922-7FEC-A460-6934-5E11CB1A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247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F7CF-113D-EE56-0CB1-5B9733BA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D956B-403E-AD42-83BA-D63FB4BC0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94DD-FFBD-4ACF-BDD8-AF10152D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205B5-F748-C874-FAF9-BDB81564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050C0-0CBC-0811-83B2-A446D141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0814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780D2-7B93-1CF0-3105-5D2FFFA70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8D631-2F3B-B8D0-D868-C29706E22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D3E75-C4EC-E4D9-8E36-8FB549D7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B2EF-F996-18DB-39BE-4D7075BC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7564C-07AC-8FC3-A800-1ADF5A8F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151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0000"/>
              </a:schemeClr>
            </a:gs>
            <a:gs pos="7000">
              <a:schemeClr val="accent1">
                <a:lumMod val="95000"/>
                <a:lumOff val="5000"/>
              </a:schemeClr>
            </a:gs>
            <a:gs pos="99000">
              <a:schemeClr val="accent1">
                <a:lumMod val="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185DD3-6DBC-C0AD-04E4-06DE906D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A6FA4-D34D-0263-D440-CE446EEBE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6D349-296D-DF10-0F4C-9C63919BD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563E3-58B7-CE41-A8B1-05A22892CB38}" type="datetimeFigureOut">
              <a:rPr lang="en-JP" smtClean="0"/>
              <a:t>2026/09/08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C7807-21C0-00E5-71BD-494CBED65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5263E-AB94-F662-7FEF-CCCECDA6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CFDB9-064C-6D4A-9FDE-A8BCD426D94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4487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org&amp;utm_campaign=index&amp;utm_content=thumbnai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F6E1F4-5089-63F2-79E0-44D0FC3F9AB5}"/>
              </a:ext>
            </a:extLst>
          </p:cNvPr>
          <p:cNvSpPr/>
          <p:nvPr/>
        </p:nvSpPr>
        <p:spPr>
          <a:xfrm>
            <a:off x="-604433" y="6185303"/>
            <a:ext cx="4070648" cy="816899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949B5-5F81-E665-92FF-97CB08CBF5FE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5BC313-E3D4-C57E-0DD5-F8007CEBC36C}"/>
              </a:ext>
            </a:extLst>
          </p:cNvPr>
          <p:cNvSpPr/>
          <p:nvPr/>
        </p:nvSpPr>
        <p:spPr>
          <a:xfrm>
            <a:off x="3001927" y="5904854"/>
            <a:ext cx="5057192" cy="1089561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AE3E04-AD6A-F580-358D-ABF1C798B652}"/>
              </a:ext>
            </a:extLst>
          </p:cNvPr>
          <p:cNvSpPr/>
          <p:nvPr/>
        </p:nvSpPr>
        <p:spPr>
          <a:xfrm>
            <a:off x="7028120" y="6292312"/>
            <a:ext cx="4323906" cy="816899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A3BA07F-BF33-287B-99A0-98C11551E57D}"/>
              </a:ext>
            </a:extLst>
          </p:cNvPr>
          <p:cNvSpPr/>
          <p:nvPr/>
        </p:nvSpPr>
        <p:spPr>
          <a:xfrm>
            <a:off x="8243776" y="5776854"/>
            <a:ext cx="4323906" cy="816899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17F666-E75A-E7F6-E975-917424DB1EFC}"/>
              </a:ext>
            </a:extLst>
          </p:cNvPr>
          <p:cNvSpPr txBox="1"/>
          <p:nvPr/>
        </p:nvSpPr>
        <p:spPr>
          <a:xfrm>
            <a:off x="875415" y="700486"/>
            <a:ext cx="58578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6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92933-6444-8174-0383-081F739967DF}"/>
              </a:ext>
            </a:extLst>
          </p:cNvPr>
          <p:cNvSpPr txBox="1"/>
          <p:nvPr/>
        </p:nvSpPr>
        <p:spPr>
          <a:xfrm>
            <a:off x="875415" y="4610468"/>
            <a:ext cx="58578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4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Week 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9C557-E713-CC54-908B-C44FC10D251B}"/>
              </a:ext>
            </a:extLst>
          </p:cNvPr>
          <p:cNvSpPr txBox="1"/>
          <p:nvPr/>
        </p:nvSpPr>
        <p:spPr>
          <a:xfrm>
            <a:off x="-861047" y="1796543"/>
            <a:ext cx="5857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8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HIAD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B05C0-A14B-D0D7-A2DD-4F2B288F0C9B}"/>
              </a:ext>
            </a:extLst>
          </p:cNvPr>
          <p:cNvSpPr txBox="1"/>
          <p:nvPr/>
        </p:nvSpPr>
        <p:spPr>
          <a:xfrm>
            <a:off x="-399153" y="6593752"/>
            <a:ext cx="578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i="1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Sidenote: StretchedProgress Report Sep 3, 2026 &amp; Sep 8, 2026 </a:t>
            </a:r>
          </a:p>
        </p:txBody>
      </p:sp>
    </p:spTree>
    <p:extLst>
      <p:ext uri="{BB962C8B-B14F-4D97-AF65-F5344CB8AC3E}">
        <p14:creationId xmlns:p14="http://schemas.microsoft.com/office/powerpoint/2010/main" val="393944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FAAF-3632-F48F-53BB-B3A7B2E2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4F2051-582A-BDC7-D6FF-E84AE4215AE2}"/>
              </a:ext>
            </a:extLst>
          </p:cNvPr>
          <p:cNvSpPr txBox="1"/>
          <p:nvPr/>
        </p:nvSpPr>
        <p:spPr>
          <a:xfrm>
            <a:off x="584790" y="478465"/>
            <a:ext cx="483781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Target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FBB23-C33D-989E-AC76-6E778FD12D2D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</p:spTree>
    <p:extLst>
      <p:ext uri="{BB962C8B-B14F-4D97-AF65-F5344CB8AC3E}">
        <p14:creationId xmlns:p14="http://schemas.microsoft.com/office/powerpoint/2010/main" val="278034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A393-A1C6-90FA-0E13-393C3176F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05EEF5-552F-7635-321F-ADA25352612A}"/>
              </a:ext>
            </a:extLst>
          </p:cNvPr>
          <p:cNvSpPr txBox="1"/>
          <p:nvPr/>
        </p:nvSpPr>
        <p:spPr>
          <a:xfrm>
            <a:off x="584790" y="478465"/>
            <a:ext cx="483781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Previous Issue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51F64-0714-5F93-FFCD-97A80758C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40" y="1500617"/>
            <a:ext cx="5058060" cy="2950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59D97-5E60-3198-A994-79CC06240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18" y="1431005"/>
            <a:ext cx="5177395" cy="30201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048F1C-0A7F-CE35-493E-0E613D3537CD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6E136-FA2C-C7C6-00C6-2ABEC67A7E23}"/>
              </a:ext>
            </a:extLst>
          </p:cNvPr>
          <p:cNvSpPr txBox="1"/>
          <p:nvPr/>
        </p:nvSpPr>
        <p:spPr>
          <a:xfrm>
            <a:off x="584790" y="283649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Here’s the previous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D3F4E-4E42-AAA4-9827-A998214889D7}"/>
              </a:ext>
            </a:extLst>
          </p:cNvPr>
          <p:cNvSpPr txBox="1"/>
          <p:nvPr/>
        </p:nvSpPr>
        <p:spPr>
          <a:xfrm>
            <a:off x="3176249" y="4960233"/>
            <a:ext cx="6137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solidFill>
                  <a:schemeClr val="bg1"/>
                </a:solidFill>
              </a:rPr>
              <a:t>Wrong Parameter Model And also Diagnosing the issue with Peak heat Flux issue why it is going &gt; 100 W/cm^2</a:t>
            </a:r>
          </a:p>
        </p:txBody>
      </p:sp>
    </p:spTree>
    <p:extLst>
      <p:ext uri="{BB962C8B-B14F-4D97-AF65-F5344CB8AC3E}">
        <p14:creationId xmlns:p14="http://schemas.microsoft.com/office/powerpoint/2010/main" val="176361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551A-27B1-4A17-749C-AE2B99C4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EA046-5EB5-1854-C2F7-1B620EA79DC6}"/>
              </a:ext>
            </a:extLst>
          </p:cNvPr>
          <p:cNvSpPr txBox="1"/>
          <p:nvPr/>
        </p:nvSpPr>
        <p:spPr>
          <a:xfrm>
            <a:off x="584790" y="478465"/>
            <a:ext cx="885367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Transition Programming Language For Orchestrator and Post Processor In order to get Auto Theorem prover GNATprove Why3 &lt;-&gt;(cvc5, z3, alt-ergo)</a:t>
            </a:r>
          </a:p>
        </p:txBody>
      </p:sp>
      <p:pic>
        <p:nvPicPr>
          <p:cNvPr id="3" name="Picture 2" descr="File:Python-logo-notext.svg - Wikimedia Commons">
            <a:extLst>
              <a:ext uri="{FF2B5EF4-FFF2-40B4-BE49-F238E27FC236}">
                <a16:creationId xmlns:a16="http://schemas.microsoft.com/office/drawing/2014/main" id="{F4198E31-946E-F5C4-26F4-E1A279D9A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67" y="2517996"/>
            <a:ext cx="2239241" cy="2239241"/>
          </a:xfrm>
          <a:prstGeom prst="rect">
            <a:avLst/>
          </a:prstGeom>
        </p:spPr>
      </p:pic>
      <p:pic>
        <p:nvPicPr>
          <p:cNvPr id="4" name="Graphic 3" descr="Ada (bahasa pemrograman) - Wikipedia">
            <a:extLst>
              <a:ext uri="{FF2B5EF4-FFF2-40B4-BE49-F238E27FC236}">
                <a16:creationId xmlns:a16="http://schemas.microsoft.com/office/drawing/2014/main" id="{033F2417-86EC-53EC-1F64-CC98320C8A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4146" y="2491154"/>
            <a:ext cx="4012622" cy="22929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77936D-10FC-2F85-07E1-9D434E5475E8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10" name="Curved Down Arrow 9">
            <a:extLst>
              <a:ext uri="{FF2B5EF4-FFF2-40B4-BE49-F238E27FC236}">
                <a16:creationId xmlns:a16="http://schemas.microsoft.com/office/drawing/2014/main" id="{BC9EEBCA-742A-6317-7E49-6DC465C9434B}"/>
              </a:ext>
            </a:extLst>
          </p:cNvPr>
          <p:cNvSpPr/>
          <p:nvPr/>
        </p:nvSpPr>
        <p:spPr>
          <a:xfrm>
            <a:off x="3721214" y="1236712"/>
            <a:ext cx="4749572" cy="1146462"/>
          </a:xfrm>
          <a:prstGeom prst="curved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CA6B5-AC00-87A2-F522-1F6EA089C0B6}"/>
              </a:ext>
            </a:extLst>
          </p:cNvPr>
          <p:cNvSpPr txBox="1"/>
          <p:nvPr/>
        </p:nvSpPr>
        <p:spPr>
          <a:xfrm>
            <a:off x="7601639" y="5122843"/>
            <a:ext cx="2864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solidFill>
                  <a:schemeClr val="bg1"/>
                </a:solidFill>
              </a:rPr>
              <a:t>SPARK 2014 Hybrid Python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98CC1-E17B-D9AD-13EE-86C5986A5B50}"/>
              </a:ext>
            </a:extLst>
          </p:cNvPr>
          <p:cNvSpPr txBox="1"/>
          <p:nvPr/>
        </p:nvSpPr>
        <p:spPr>
          <a:xfrm>
            <a:off x="1539494" y="5251956"/>
            <a:ext cx="2864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solidFill>
                  <a:schemeClr val="bg1"/>
                </a:solidFill>
              </a:rPr>
              <a:t>Pure Python</a:t>
            </a:r>
          </a:p>
        </p:txBody>
      </p:sp>
    </p:spTree>
    <p:extLst>
      <p:ext uri="{BB962C8B-B14F-4D97-AF65-F5344CB8AC3E}">
        <p14:creationId xmlns:p14="http://schemas.microsoft.com/office/powerpoint/2010/main" val="217081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72" cy="6858000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017CF9-2EFC-DE7B-120D-761525599E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783" b="14545"/>
          <a:stretch>
            <a:fillRect/>
          </a:stretch>
        </p:blipFill>
        <p:spPr>
          <a:xfrm>
            <a:off x="6094532" y="10"/>
            <a:ext cx="6093578" cy="34311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F2B217-1954-C7FE-3DED-B95EE3E8434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t="10508" b="5765"/>
          <a:stretch>
            <a:fillRect/>
          </a:stretch>
        </p:blipFill>
        <p:spPr>
          <a:xfrm>
            <a:off x="4763" y="10"/>
            <a:ext cx="6093578" cy="34311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D51FC1-7487-5BC3-43BE-A5590FB67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552807"/>
            <a:ext cx="9801854" cy="2790331"/>
          </a:xfrm>
        </p:spPr>
        <p:txBody>
          <a:bodyPr anchor="b">
            <a:normAutofit/>
          </a:bodyPr>
          <a:lstStyle/>
          <a:p>
            <a:pPr algn="ctr"/>
            <a:r>
              <a:rPr lang="en-JP" sz="4800" dirty="0">
                <a:solidFill>
                  <a:srgbClr val="FFFFFF"/>
                </a:solidFill>
              </a:rPr>
              <a:t>Transition finished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2C432-00B5-B5E3-74A0-98F9823B85E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rcRect t="780"/>
          <a:stretch>
            <a:fillRect/>
          </a:stretch>
        </p:blipFill>
        <p:spPr>
          <a:xfrm>
            <a:off x="6080847" y="3338869"/>
            <a:ext cx="6093578" cy="3431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ED3B9-C304-A61F-A829-322A70A8985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rcRect t="12486" b="2842"/>
          <a:stretch>
            <a:fillRect/>
          </a:stretch>
        </p:blipFill>
        <p:spPr>
          <a:xfrm>
            <a:off x="7511" y="3426870"/>
            <a:ext cx="6093578" cy="3431129"/>
          </a:xfrm>
          <a:prstGeom prst="rect">
            <a:avLst/>
          </a:prstGeom>
        </p:spPr>
      </p:pic>
      <p:sp>
        <p:nvSpPr>
          <p:cNvPr id="49" name="Content Placeholder 14">
            <a:extLst>
              <a:ext uri="{FF2B5EF4-FFF2-40B4-BE49-F238E27FC236}">
                <a16:creationId xmlns:a16="http://schemas.microsoft.com/office/drawing/2014/main" id="{44BA8E71-B90A-D442-DBEF-55BBECB8E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3510476"/>
            <a:ext cx="9801854" cy="2614231"/>
          </a:xfrm>
        </p:spPr>
        <p:txBody>
          <a:bodyPr anchor="t">
            <a:norm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Transition happened from July to August.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4F8B2-3FFB-6A5B-CFCA-99919BD0943A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</p:spTree>
    <p:extLst>
      <p:ext uri="{BB962C8B-B14F-4D97-AF65-F5344CB8AC3E}">
        <p14:creationId xmlns:p14="http://schemas.microsoft.com/office/powerpoint/2010/main" val="1536924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693F7-BEAF-D855-0103-6452A561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17636" y="4577975"/>
            <a:ext cx="11482938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A5D2C0-82E3-4AEA-BB44-573B1B9B929A}"/>
              </a:ext>
            </a:extLst>
          </p:cNvPr>
          <p:cNvSpPr txBox="1"/>
          <p:nvPr/>
        </p:nvSpPr>
        <p:spPr>
          <a:xfrm>
            <a:off x="607325" y="4741948"/>
            <a:ext cx="10825663" cy="8620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1-2 Months Progress: Re-Validation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A53AED-4CE8-694E-CAC0-B76CA308B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80" r="27629" b="2"/>
          <a:stretch>
            <a:fillRect/>
          </a:stretch>
        </p:blipFill>
        <p:spPr>
          <a:xfrm>
            <a:off x="307840" y="321733"/>
            <a:ext cx="3793472" cy="20105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E0F41C-0537-83E7-27BF-8C0656E0F1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84" r="10592" b="1"/>
          <a:stretch>
            <a:fillRect/>
          </a:stretch>
        </p:blipFill>
        <p:spPr>
          <a:xfrm>
            <a:off x="4194959" y="321735"/>
            <a:ext cx="3797570" cy="20105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6F61E4-90F6-AFDA-C1A3-D68ADEB75C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65" b="3035"/>
          <a:stretch>
            <a:fillRect/>
          </a:stretch>
        </p:blipFill>
        <p:spPr>
          <a:xfrm>
            <a:off x="8086176" y="321734"/>
            <a:ext cx="3797984" cy="201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621729-CA2A-4EEF-6AF5-FE30C7B098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47"/>
          <a:stretch>
            <a:fillRect/>
          </a:stretch>
        </p:blipFill>
        <p:spPr>
          <a:xfrm>
            <a:off x="307840" y="2423723"/>
            <a:ext cx="3794760" cy="2010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674A98-5CEE-6FE1-AF1D-444C1566FF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44" r="27662" b="2"/>
          <a:stretch>
            <a:fillRect/>
          </a:stretch>
        </p:blipFill>
        <p:spPr>
          <a:xfrm>
            <a:off x="4190180" y="2422095"/>
            <a:ext cx="3794760" cy="2013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C77F78-A5FB-F8AC-2100-A3C39BE1C60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407" b="4"/>
          <a:stretch>
            <a:fillRect/>
          </a:stretch>
        </p:blipFill>
        <p:spPr>
          <a:xfrm>
            <a:off x="8093394" y="2422097"/>
            <a:ext cx="3794760" cy="201055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963" y="5694097"/>
            <a:ext cx="91440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44FF69-D55A-DF63-12DE-4A4E34DD87B8}"/>
              </a:ext>
            </a:extLst>
          </p:cNvPr>
          <p:cNvSpPr txBox="1"/>
          <p:nvPr/>
        </p:nvSpPr>
        <p:spPr>
          <a:xfrm>
            <a:off x="391426" y="6061196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</p:spTree>
    <p:extLst>
      <p:ext uri="{BB962C8B-B14F-4D97-AF65-F5344CB8AC3E}">
        <p14:creationId xmlns:p14="http://schemas.microsoft.com/office/powerpoint/2010/main" val="315707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94E86-111A-B49E-F950-EDAABBF3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A9185-7CB9-54FE-6942-0B829853D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81" r="4788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4F41DC-753E-E28A-AE59-BC9C1006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19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61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1E60D-0CAA-A5F4-1BDA-2F0BD670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A58A30-B633-1156-FFC1-BE0274687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22178"/>
            <a:ext cx="5294716" cy="361364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6876C91-DB8E-D937-94FE-3612B6B1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622179"/>
            <a:ext cx="5294715" cy="361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5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46AD-BABC-A1C0-2AFA-E6570843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D453B-D24F-238C-C3E5-C7905D1C56BC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E6CE3-D73B-25CC-14F9-B3B8E328542E}"/>
              </a:ext>
            </a:extLst>
          </p:cNvPr>
          <p:cNvSpPr txBox="1"/>
          <p:nvPr/>
        </p:nvSpPr>
        <p:spPr>
          <a:xfrm>
            <a:off x="380671" y="188956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Noise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594AF-CC28-A11A-C91B-EF60B92CFDBE}"/>
              </a:ext>
            </a:extLst>
          </p:cNvPr>
          <p:cNvSpPr txBox="1"/>
          <p:nvPr/>
        </p:nvSpPr>
        <p:spPr>
          <a:xfrm>
            <a:off x="520035" y="64481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EA518-DF83-E768-D2A8-0F331AD7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37" y="644824"/>
            <a:ext cx="6610734" cy="5579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337C1C-F026-147D-3664-C77F6BD63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736600"/>
            <a:ext cx="628650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7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985D1-F522-97D8-F22B-047E9D01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279BA7-AC0C-B0DE-6B60-2E1E27DE3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71" y="643467"/>
            <a:ext cx="5000029" cy="5571065"/>
          </a:xfrm>
          <a:prstGeom prst="rect">
            <a:avLst/>
          </a:prstGeom>
          <a:ln>
            <a:noFill/>
          </a:ln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35F70A-51C9-144C-C912-4BAA611E7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292" y="713257"/>
            <a:ext cx="6872030" cy="55710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5BA9F1-C6B4-42A5-0FD0-0CEDBDB52921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26B1D-E5DF-B0CF-804A-241F104D54B9}"/>
              </a:ext>
            </a:extLst>
          </p:cNvPr>
          <p:cNvSpPr txBox="1"/>
          <p:nvPr/>
        </p:nvSpPr>
        <p:spPr>
          <a:xfrm>
            <a:off x="380671" y="188956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Draft for final thesis currently on-going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49F29-18C0-33FE-4319-CC59812B3225}"/>
              </a:ext>
            </a:extLst>
          </p:cNvPr>
          <p:cNvSpPr txBox="1"/>
          <p:nvPr/>
        </p:nvSpPr>
        <p:spPr>
          <a:xfrm>
            <a:off x="520035" y="64481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latin typeface="Abadi MT Condensed Light" panose="020B0306030101010103" pitchFamily="34" charset="77"/>
              </a:rPr>
              <a:t>Progress Report Aug 27, 2026</a:t>
            </a:r>
          </a:p>
        </p:txBody>
      </p:sp>
    </p:spTree>
    <p:extLst>
      <p:ext uri="{BB962C8B-B14F-4D97-AF65-F5344CB8AC3E}">
        <p14:creationId xmlns:p14="http://schemas.microsoft.com/office/powerpoint/2010/main" val="883200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CC59-B7D2-5CAC-7D11-529E6B67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A5042-6105-23FA-1A6D-C519C3C9DF35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950D9-32A6-D936-E1AE-1A32DBCBD476}"/>
              </a:ext>
            </a:extLst>
          </p:cNvPr>
          <p:cNvSpPr txBox="1"/>
          <p:nvPr/>
        </p:nvSpPr>
        <p:spPr>
          <a:xfrm>
            <a:off x="380671" y="188956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Draft for final thesis currently on-going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F9810-4986-EB3F-5F54-2205FD103C60}"/>
              </a:ext>
            </a:extLst>
          </p:cNvPr>
          <p:cNvSpPr txBox="1"/>
          <p:nvPr/>
        </p:nvSpPr>
        <p:spPr>
          <a:xfrm>
            <a:off x="520035" y="64481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34CB2-057E-5FDE-4F5A-DF6E8CD40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40" y="1699916"/>
            <a:ext cx="11603520" cy="260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489A0F-7F38-92D7-5011-B3F5C25B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626576"/>
            <a:ext cx="7772400" cy="148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76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31D7-8EEC-1A34-CC48-D7214E9E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8A86F7-7067-8E14-3872-98EB80EA3E43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C5A0B-3EA7-51C8-2B62-75A8BFA6CBAE}"/>
              </a:ext>
            </a:extLst>
          </p:cNvPr>
          <p:cNvSpPr txBox="1"/>
          <p:nvPr/>
        </p:nvSpPr>
        <p:spPr>
          <a:xfrm>
            <a:off x="380671" y="188956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Draft for final thesis currently on-going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6FEA2-B169-E48C-40BA-BEF1F3F5A58C}"/>
              </a:ext>
            </a:extLst>
          </p:cNvPr>
          <p:cNvSpPr txBox="1"/>
          <p:nvPr/>
        </p:nvSpPr>
        <p:spPr>
          <a:xfrm>
            <a:off x="520035" y="64481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A719E9-5738-4373-FE5E-7C6099395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83" y="726077"/>
            <a:ext cx="10994834" cy="525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7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3F6E3-EB3B-10CF-8184-31824DB1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87471-6466-2780-7EE2-E1E2C9F9CE36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24899-4445-B3AC-1CA0-38DFB73FF675}"/>
              </a:ext>
            </a:extLst>
          </p:cNvPr>
          <p:cNvSpPr txBox="1"/>
          <p:nvPr/>
        </p:nvSpPr>
        <p:spPr>
          <a:xfrm>
            <a:off x="380671" y="188956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Draft for final thesis currently on-going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655D8-9730-73CE-A1F2-5987B544C48A}"/>
              </a:ext>
            </a:extLst>
          </p:cNvPr>
          <p:cNvSpPr txBox="1"/>
          <p:nvPr/>
        </p:nvSpPr>
        <p:spPr>
          <a:xfrm>
            <a:off x="520035" y="64481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E5D14E-A8C7-7AF4-ECF8-51917309A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074" y="267516"/>
            <a:ext cx="8399443" cy="618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44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964DB-7D3F-AC1F-9395-1CB968BD0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69CBB1-6386-D381-933E-58C0BA47B99F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63155-5A1B-DDE1-6D35-D31F33B32697}"/>
              </a:ext>
            </a:extLst>
          </p:cNvPr>
          <p:cNvSpPr txBox="1"/>
          <p:nvPr/>
        </p:nvSpPr>
        <p:spPr>
          <a:xfrm>
            <a:off x="380671" y="188956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Draft for final thesis currently on-going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2FDA7-E153-CBD4-BAE9-F445B3DEDDA6}"/>
              </a:ext>
            </a:extLst>
          </p:cNvPr>
          <p:cNvSpPr txBox="1"/>
          <p:nvPr/>
        </p:nvSpPr>
        <p:spPr>
          <a:xfrm>
            <a:off x="520035" y="64481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B8B2C-E287-B5C3-64B0-A210D9667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62" y="982411"/>
            <a:ext cx="9949076" cy="489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4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16AC-0EEF-CDF0-1FE3-70B1E76AC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CE0514-3E50-0FD0-E788-4BB4DA2473F6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60DD2-325E-DD04-E105-1DBA7A4035E1}"/>
              </a:ext>
            </a:extLst>
          </p:cNvPr>
          <p:cNvSpPr txBox="1"/>
          <p:nvPr/>
        </p:nvSpPr>
        <p:spPr>
          <a:xfrm>
            <a:off x="380671" y="188956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latin typeface="Abadi MT Condensed Light" panose="020B0306030101010103" pitchFamily="34" charset="77"/>
              </a:rPr>
              <a:t>Draft for final thesis currently on-going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DD331-56F7-95DB-F4BD-3CD5851753B3}"/>
              </a:ext>
            </a:extLst>
          </p:cNvPr>
          <p:cNvSpPr txBox="1"/>
          <p:nvPr/>
        </p:nvSpPr>
        <p:spPr>
          <a:xfrm>
            <a:off x="520035" y="64481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30D09-8687-4910-56B4-FC5BDEE3FAC6}"/>
              </a:ext>
            </a:extLst>
          </p:cNvPr>
          <p:cNvSpPr txBox="1"/>
          <p:nvPr/>
        </p:nvSpPr>
        <p:spPr>
          <a:xfrm>
            <a:off x="1009933" y="2355461"/>
            <a:ext cx="99492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solidFill>
                  <a:schemeClr val="bg1"/>
                </a:solidFill>
              </a:rPr>
              <a:t>Next Optimization Stage</a:t>
            </a:r>
          </a:p>
          <a:p>
            <a:r>
              <a:rPr lang="en-JP" sz="2400" dirty="0">
                <a:solidFill>
                  <a:schemeClr val="bg1"/>
                </a:solidFill>
              </a:rPr>
              <a:t>(2200 Steps/Residual Threshold DSMC BTE -&gt; </a:t>
            </a:r>
            <a:r>
              <a:rPr lang="en-JP" sz="2400" dirty="0">
                <a:solidFill>
                  <a:schemeClr val="bg1"/>
                </a:solidFill>
                <a:sym typeface="Wingdings" pitchFamily="2" charset="2"/>
              </a:rPr>
              <a:t>Kriging deNoise -&gt; </a:t>
            </a:r>
            <a:r>
              <a:rPr lang="en-JP" sz="2400" dirty="0">
                <a:solidFill>
                  <a:schemeClr val="bg1"/>
                </a:solidFill>
              </a:rPr>
              <a:t> PINN NS (for going to 20000)</a:t>
            </a:r>
            <a:r>
              <a:rPr lang="en-JP" sz="2400" dirty="0">
                <a:solidFill>
                  <a:schemeClr val="bg1"/>
                </a:solidFill>
                <a:sym typeface="Wingdings" pitchFamily="2" charset="2"/>
              </a:rPr>
              <a:t>  3x ) (MoP (More  Virtual Samples) ?? 1000 sample? ) -&gt; Optimized Parameter Geometry</a:t>
            </a:r>
            <a:endParaRPr lang="en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520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B394B-22F3-254B-85C9-BEA0D75C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CD0D35-F97B-32DF-22F3-0EEBE089FC34}"/>
              </a:ext>
            </a:extLst>
          </p:cNvPr>
          <p:cNvSpPr txBox="1"/>
          <p:nvPr/>
        </p:nvSpPr>
        <p:spPr>
          <a:xfrm>
            <a:off x="367635" y="62957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91E41-7148-6D12-AB59-9166B2603B03}"/>
              </a:ext>
            </a:extLst>
          </p:cNvPr>
          <p:cNvSpPr txBox="1"/>
          <p:nvPr/>
        </p:nvSpPr>
        <p:spPr>
          <a:xfrm>
            <a:off x="380671" y="188956"/>
            <a:ext cx="88536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900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Draft for final thesis currently on-going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E9AF0-1C0B-0F40-E26E-E8E51EDC9246}"/>
              </a:ext>
            </a:extLst>
          </p:cNvPr>
          <p:cNvSpPr txBox="1"/>
          <p:nvPr/>
        </p:nvSpPr>
        <p:spPr>
          <a:xfrm>
            <a:off x="520035" y="6448145"/>
            <a:ext cx="212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dirty="0">
                <a:latin typeface="Abadi MT Condensed Light" panose="020B0306030101010103" pitchFamily="34" charset="77"/>
              </a:rPr>
              <a:t>Progress Report Aug 27,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01E81-9303-4709-ACF7-9C4C51535623}"/>
              </a:ext>
            </a:extLst>
          </p:cNvPr>
          <p:cNvSpPr txBox="1"/>
          <p:nvPr/>
        </p:nvSpPr>
        <p:spPr>
          <a:xfrm>
            <a:off x="988668" y="1905506"/>
            <a:ext cx="99492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JP" sz="2400" dirty="0">
                <a:solidFill>
                  <a:schemeClr val="bg1"/>
                </a:solidFill>
              </a:rPr>
              <a:t>Finishing Chapter 1 to Chapter 3 and Placeholder on Chapter 4 and 5 on thesis</a:t>
            </a:r>
          </a:p>
          <a:p>
            <a:pPr marL="342900" indent="-342900">
              <a:buAutoNum type="arabicPeriod"/>
            </a:pPr>
            <a:r>
              <a:rPr lang="en-JP" sz="2400" dirty="0">
                <a:solidFill>
                  <a:schemeClr val="bg1"/>
                </a:solidFill>
              </a:rPr>
              <a:t>Filling in the missing toroids that being submitted into the simulation</a:t>
            </a:r>
          </a:p>
          <a:p>
            <a:pPr marL="342900" indent="-342900">
              <a:buAutoNum type="arabicPeriod"/>
            </a:pPr>
            <a:r>
              <a:rPr lang="en-JP" sz="2400" dirty="0">
                <a:solidFill>
                  <a:schemeClr val="bg1"/>
                </a:solidFill>
              </a:rPr>
              <a:t>Continuing Validation &amp; Calibration.</a:t>
            </a:r>
          </a:p>
          <a:p>
            <a:pPr marL="342900" indent="-342900">
              <a:buAutoNum type="arabicPeriod"/>
            </a:pPr>
            <a:r>
              <a:rPr lang="en-JP" sz="2400" dirty="0">
                <a:solidFill>
                  <a:schemeClr val="bg1"/>
                </a:solidFill>
              </a:rPr>
              <a:t>Implementing Optimization of the program </a:t>
            </a:r>
          </a:p>
          <a:p>
            <a:pPr marL="342900" indent="-342900">
              <a:buAutoNum type="arabicPeriod"/>
            </a:pPr>
            <a:r>
              <a:rPr lang="en-JP" sz="2400" dirty="0">
                <a:solidFill>
                  <a:schemeClr val="bg1"/>
                </a:solidFill>
              </a:rPr>
              <a:t>Excersizing Derivation From Cube Control Volume Variable Sphere (for Thesis Defense Reason)</a:t>
            </a:r>
          </a:p>
          <a:p>
            <a:pPr marL="342900" indent="-342900">
              <a:buAutoNum type="arabicPeriod"/>
            </a:pPr>
            <a:r>
              <a:rPr lang="en-JP" sz="2400" dirty="0">
                <a:solidFill>
                  <a:schemeClr val="bg1"/>
                </a:solidFill>
              </a:rPr>
              <a:t>Another run on Validation run</a:t>
            </a:r>
          </a:p>
        </p:txBody>
      </p:sp>
    </p:spTree>
    <p:extLst>
      <p:ext uri="{BB962C8B-B14F-4D97-AF65-F5344CB8AC3E}">
        <p14:creationId xmlns:p14="http://schemas.microsoft.com/office/powerpoint/2010/main" val="3592971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367</Words>
  <Application>Microsoft Macintosh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Abadi MT Condensed Light</vt:lpstr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Transition finished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Wahyu Suryo Samudro</dc:creator>
  <cp:lastModifiedBy>Wahyu Suryo Samudro</cp:lastModifiedBy>
  <cp:revision>37</cp:revision>
  <dcterms:created xsi:type="dcterms:W3CDTF">2026-08-26T12:11:56Z</dcterms:created>
  <dcterms:modified xsi:type="dcterms:W3CDTF">2026-09-08T08:10:21Z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2026-08-26T12:12:20Z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dc5f2bf9-9f92-403c-ad4e-43e7da508350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50, 3, 0, 1</vt:lpwstr>
  </property>
</Properties>
</file>