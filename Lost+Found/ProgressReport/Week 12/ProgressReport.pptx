
<file path=[Content_Types].xml><?xml version="1.0" encoding="utf-8"?>
<Types xmlns="http://schemas.openxmlformats.org/package/2006/content-types">
  <Default Extension="jpe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61" r:id="rId4"/>
    <p:sldId id="257" r:id="rId5"/>
    <p:sldId id="260" r:id="rId6"/>
    <p:sldId id="258" r:id="rId7"/>
    <p:sldId id="263" r:id="rId8"/>
    <p:sldId id="265" r:id="rId9"/>
    <p:sldId id="262" r:id="rId10"/>
    <p:sldId id="264" r:id="rId11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440"/>
    <a:srgbClr val="00E8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849"/>
    <p:restoredTop sz="94658"/>
  </p:normalViewPr>
  <p:slideViewPr>
    <p:cSldViewPr snapToGrid="0">
      <p:cViewPr>
        <p:scale>
          <a:sx n="94" d="100"/>
          <a:sy n="94" d="100"/>
        </p:scale>
        <p:origin x="200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46077-F716-EE44-BEEE-CC3811C487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583D8A-93DD-4831-97F0-0614A6D439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611F2-02C0-BBEF-BB2B-462DB586E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2026/08/27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CC497E-9480-CA71-0C0C-04D5A2613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AAABAD-19FC-DEC8-7E9A-8ED6F16DF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93682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C748A-5DC5-5BCA-A14D-D5DE97D8D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F0E2B-52D0-7CEB-87AB-B2D906FA7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05C806-A30E-DB9B-417A-5471F595E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2026/08/27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874443-56F1-6075-E156-1E686076B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784BB-5AAA-E1BA-4255-B5139B2AA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727702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DA5A9-D86E-3103-619D-1EC1C39969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B5A834-327B-D9A2-0E96-3C131D5A99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460FA6-B76C-6CA0-1E79-B254E6D09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2026/08/27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791C71-F4C0-C1A6-4EC1-0528431C6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F1D37-9389-1F4C-483F-39C90D855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79027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B5594-EEB8-11A0-DFA2-F977C9B5C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EA534-BF5C-C9E9-340A-16039466AB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86A08C-E6B8-2B75-0FEC-BABC28A7F2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38CCAA-D17C-4556-B163-7FCFA70EC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2026/08/27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0412BC-100B-FBE9-4596-D94150C42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CFF909-7094-ED0B-3E94-A97930A7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06720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E0DE2-4D0A-DBB1-4D52-24A98954B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18EF34-FCD7-C79D-3E2C-E0F6DFA421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16CAFD-FB88-9ECA-8DD2-9D36F874F1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D0689A-B480-2FCE-A903-227E85BAD8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71B7B-4A95-8B95-76EA-8D96145FC4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D845DD-1164-5923-5DC4-1D947552A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2026/08/27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8737B5-B68D-45AE-B386-B24246C0E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4649BD-F487-EE2F-BB48-9730749C4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473684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7DD97-5BBD-1225-0B90-E57885EC8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DBA958-9012-5450-D23B-E3440396E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2026/08/27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AE7E86-0BF2-5109-3AA7-E8AE0DF3D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DD16C-9BA9-DF5D-42F4-0AB07C49F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81060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076AF2-9AEC-0225-E413-F4A3959D9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2026/08/27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18E86-753D-F15D-1813-5D6F42C2E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B39B9-3A87-588A-6347-8228FF287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49305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07F30-DC18-3391-27E2-55C41EF9E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3AA917-209A-7806-DC70-A5602DD42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4F904F-7B22-9259-C5A5-DFE2557ED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15EEC-481C-EA3B-1B2A-72D771EEB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2026/08/27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0E36AE-5204-9021-E2AF-1B8C5BD4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CE33CB-C74B-48F9-FB6E-415B3BD57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2010914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E5B2-91C3-A3C7-E111-BD2C6C9C4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C2CF30-83D5-0E86-D2F0-7A1AE1EC65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D03AAB-095D-2AD9-FCE2-0570C9EFCE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BDC5A1-C226-46D9-B6F9-033AD1796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2026/08/27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56E5EB-D9C6-097E-C3BB-A9E03E8CA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A4F922-7FEC-A460-6934-5E11CB1A1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2472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3F7CF-113D-EE56-0CB1-5B9733BAF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6D956B-403E-AD42-83BA-D63FB4BC01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7094DD-FFBD-4ACF-BDD8-AF10152D0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2026/08/27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A205B5-F748-C874-FAF9-BDB81564A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050C0-0CBC-0811-83B2-A446D1415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08140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B780D2-7B93-1CF0-3105-5D2FFFA709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68D631-2F3B-B8D0-D868-C29706E223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AD3E75-C4EC-E4D9-8E36-8FB549D7A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2026/08/27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C3B2EF-F996-18DB-39BE-4D7075BC0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7564C-07AC-8FC3-A800-1ADF5A8F2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7315127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80000"/>
              </a:schemeClr>
            </a:gs>
            <a:gs pos="7000">
              <a:schemeClr val="accent1">
                <a:lumMod val="95000"/>
                <a:lumOff val="5000"/>
              </a:schemeClr>
            </a:gs>
            <a:gs pos="99000">
              <a:schemeClr val="accent1">
                <a:lumMod val="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185DD3-6DBC-C0AD-04E4-06DE906D0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0A6FA4-D34D-0263-D440-CE446EEBE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6D349-296D-DF10-0F4C-9C63919BD2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1563E3-58B7-CE41-A8B1-05A22892CB38}" type="datetimeFigureOut">
              <a:rPr lang="en-JP" smtClean="0"/>
              <a:t>2026/08/27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3C7807-21C0-00E5-71BD-494CBED659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5263E-AB94-F662-7FEF-CCCECDA6D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944870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org&amp;utm_campaign=index&amp;utm_content=thumbnai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2F6E1F4-5089-63F2-79E0-44D0FC3F9AB5}"/>
              </a:ext>
            </a:extLst>
          </p:cNvPr>
          <p:cNvSpPr/>
          <p:nvPr/>
        </p:nvSpPr>
        <p:spPr>
          <a:xfrm>
            <a:off x="-604433" y="6185303"/>
            <a:ext cx="4070648" cy="816899"/>
          </a:xfrm>
          <a:prstGeom prst="roundRect">
            <a:avLst>
              <a:gd name="adj" fmla="val 5000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6949B5-5F81-E665-92FF-97CB08CBF5FE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55BC313-E3D4-C57E-0DD5-F8007CEBC36C}"/>
              </a:ext>
            </a:extLst>
          </p:cNvPr>
          <p:cNvSpPr/>
          <p:nvPr/>
        </p:nvSpPr>
        <p:spPr>
          <a:xfrm>
            <a:off x="3001927" y="5904854"/>
            <a:ext cx="5057192" cy="1089561"/>
          </a:xfrm>
          <a:prstGeom prst="roundRect">
            <a:avLst>
              <a:gd name="adj" fmla="val 5000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0AE3E04-AD6A-F580-358D-ABF1C798B652}"/>
              </a:ext>
            </a:extLst>
          </p:cNvPr>
          <p:cNvSpPr/>
          <p:nvPr/>
        </p:nvSpPr>
        <p:spPr>
          <a:xfrm>
            <a:off x="7028120" y="6292312"/>
            <a:ext cx="4323906" cy="816899"/>
          </a:xfrm>
          <a:prstGeom prst="roundRect">
            <a:avLst>
              <a:gd name="adj" fmla="val 5000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A3BA07F-BF33-287B-99A0-98C11551E57D}"/>
              </a:ext>
            </a:extLst>
          </p:cNvPr>
          <p:cNvSpPr/>
          <p:nvPr/>
        </p:nvSpPr>
        <p:spPr>
          <a:xfrm>
            <a:off x="8243776" y="5776854"/>
            <a:ext cx="4323906" cy="816899"/>
          </a:xfrm>
          <a:prstGeom prst="roundRect">
            <a:avLst>
              <a:gd name="adj" fmla="val 5000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17F666-E75A-E7F6-E975-917424DB1EFC}"/>
              </a:ext>
            </a:extLst>
          </p:cNvPr>
          <p:cNvSpPr txBox="1"/>
          <p:nvPr/>
        </p:nvSpPr>
        <p:spPr>
          <a:xfrm>
            <a:off x="875415" y="700486"/>
            <a:ext cx="585789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6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492933-6444-8174-0383-081F739967DF}"/>
              </a:ext>
            </a:extLst>
          </p:cNvPr>
          <p:cNvSpPr txBox="1"/>
          <p:nvPr/>
        </p:nvSpPr>
        <p:spPr>
          <a:xfrm>
            <a:off x="875415" y="4610468"/>
            <a:ext cx="58578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4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Week 13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9C557-E713-CC54-908B-C44FC10D251B}"/>
              </a:ext>
            </a:extLst>
          </p:cNvPr>
          <p:cNvSpPr txBox="1"/>
          <p:nvPr/>
        </p:nvSpPr>
        <p:spPr>
          <a:xfrm>
            <a:off x="-861047" y="1796543"/>
            <a:ext cx="5857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8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HIAD optimization</a:t>
            </a:r>
          </a:p>
        </p:txBody>
      </p:sp>
    </p:spTree>
    <p:extLst>
      <p:ext uri="{BB962C8B-B14F-4D97-AF65-F5344CB8AC3E}">
        <p14:creationId xmlns:p14="http://schemas.microsoft.com/office/powerpoint/2010/main" val="3939448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0FAAF-3632-F48F-53BB-B3A7B2E26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4F2051-582A-BDC7-D6FF-E84AE4215AE2}"/>
              </a:ext>
            </a:extLst>
          </p:cNvPr>
          <p:cNvSpPr txBox="1"/>
          <p:nvPr/>
        </p:nvSpPr>
        <p:spPr>
          <a:xfrm>
            <a:off x="584790" y="478465"/>
            <a:ext cx="4837814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latin typeface="Abadi MT Condensed Light" panose="020B0306030101010103" pitchFamily="34" charset="77"/>
              </a:rPr>
              <a:t>Target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0FBB23-C33D-989E-AC76-6E778FD12D2D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</p:spTree>
    <p:extLst>
      <p:ext uri="{BB962C8B-B14F-4D97-AF65-F5344CB8AC3E}">
        <p14:creationId xmlns:p14="http://schemas.microsoft.com/office/powerpoint/2010/main" val="27803470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EA393-A1C6-90FA-0E13-393C3176F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05EEF5-552F-7635-321F-ADA25352612A}"/>
              </a:ext>
            </a:extLst>
          </p:cNvPr>
          <p:cNvSpPr txBox="1"/>
          <p:nvPr/>
        </p:nvSpPr>
        <p:spPr>
          <a:xfrm>
            <a:off x="584790" y="478465"/>
            <a:ext cx="4837814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latin typeface="Abadi MT Condensed Light" panose="020B0306030101010103" pitchFamily="34" charset="77"/>
              </a:rPr>
              <a:t>Previous Issue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A51F64-0714-5F93-FFCD-97A80758C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40" y="703175"/>
            <a:ext cx="5058060" cy="295053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459D97-5E60-3198-A994-79CC062409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815" y="668370"/>
            <a:ext cx="5177395" cy="302014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9048F1C-0A7F-CE35-493E-0E613D3537CD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36E136-FA2C-C7C6-00C6-2ABEC67A7E23}"/>
              </a:ext>
            </a:extLst>
          </p:cNvPr>
          <p:cNvSpPr txBox="1"/>
          <p:nvPr/>
        </p:nvSpPr>
        <p:spPr>
          <a:xfrm>
            <a:off x="584790" y="283649"/>
            <a:ext cx="8853678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Here’s the previous problem</a:t>
            </a:r>
          </a:p>
        </p:txBody>
      </p:sp>
    </p:spTree>
    <p:extLst>
      <p:ext uri="{BB962C8B-B14F-4D97-AF65-F5344CB8AC3E}">
        <p14:creationId xmlns:p14="http://schemas.microsoft.com/office/powerpoint/2010/main" val="1763617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F551A-27B1-4A17-749C-AE2B99C4A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9EA046-5EB5-1854-C2F7-1B620EA79DC6}"/>
              </a:ext>
            </a:extLst>
          </p:cNvPr>
          <p:cNvSpPr txBox="1"/>
          <p:nvPr/>
        </p:nvSpPr>
        <p:spPr>
          <a:xfrm>
            <a:off x="584790" y="478465"/>
            <a:ext cx="885367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Transition Programming Language For Orchestrator and Post Processor In order to get Auto Theorem prover GNATprove Why3 &lt;-&gt;(cvc5, z3, alt-ergo)</a:t>
            </a:r>
          </a:p>
        </p:txBody>
      </p:sp>
      <p:pic>
        <p:nvPicPr>
          <p:cNvPr id="3" name="Picture 2" descr="File:Python-logo-notext.svg - Wikimedia Commons">
            <a:extLst>
              <a:ext uri="{FF2B5EF4-FFF2-40B4-BE49-F238E27FC236}">
                <a16:creationId xmlns:a16="http://schemas.microsoft.com/office/drawing/2014/main" id="{F4198E31-946E-F5C4-26F4-E1A279D9A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067" y="2517996"/>
            <a:ext cx="2239241" cy="2239241"/>
          </a:xfrm>
          <a:prstGeom prst="rect">
            <a:avLst/>
          </a:prstGeom>
        </p:spPr>
      </p:pic>
      <p:pic>
        <p:nvPicPr>
          <p:cNvPr id="4" name="Graphic 3" descr="Ada (bahasa pemrograman) - Wikipedia">
            <a:extLst>
              <a:ext uri="{FF2B5EF4-FFF2-40B4-BE49-F238E27FC236}">
                <a16:creationId xmlns:a16="http://schemas.microsoft.com/office/drawing/2014/main" id="{033F2417-86EC-53EC-1F64-CC98320C8A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44146" y="2491154"/>
            <a:ext cx="4012622" cy="229292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77936D-10FC-2F85-07E1-9D434E5475E8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10" name="Curved Down Arrow 9">
            <a:extLst>
              <a:ext uri="{FF2B5EF4-FFF2-40B4-BE49-F238E27FC236}">
                <a16:creationId xmlns:a16="http://schemas.microsoft.com/office/drawing/2014/main" id="{BC9EEBCA-742A-6317-7E49-6DC465C9434B}"/>
              </a:ext>
            </a:extLst>
          </p:cNvPr>
          <p:cNvSpPr/>
          <p:nvPr/>
        </p:nvSpPr>
        <p:spPr>
          <a:xfrm>
            <a:off x="3721214" y="1236712"/>
            <a:ext cx="4749572" cy="1146462"/>
          </a:xfrm>
          <a:prstGeom prst="curved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0812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3" name="Rectangle 62">
            <a:extLst>
              <a:ext uri="{FF2B5EF4-FFF2-40B4-BE49-F238E27FC236}">
                <a16:creationId xmlns:a16="http://schemas.microsoft.com/office/drawing/2014/main" id="{0D7B6173-1D58-48E2-83CF-37350F31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F36CA75-CFBF-4844-B719-8FE9EBADA9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D4A84B9-E564-4DD0-97F8-DBF1C460C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4A599609-F5C2-4A0B-A992-913F814A63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1172" cy="6858000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102382E0-0A09-46AE-B955-B911CAFE7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7DE75D4A-0965-4973-BE75-DECCAC9A9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017CF9-2EFC-DE7B-120D-761525599E5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0000"/>
          </a:blip>
          <a:srcRect t="783" b="14545"/>
          <a:stretch>
            <a:fillRect/>
          </a:stretch>
        </p:blipFill>
        <p:spPr>
          <a:xfrm>
            <a:off x="6094532" y="10"/>
            <a:ext cx="6093578" cy="34311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FF2B217-1954-C7FE-3DED-B95EE3E8434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60000"/>
          </a:blip>
          <a:srcRect t="10508" b="5765"/>
          <a:stretch>
            <a:fillRect/>
          </a:stretch>
        </p:blipFill>
        <p:spPr>
          <a:xfrm>
            <a:off x="4763" y="10"/>
            <a:ext cx="6093578" cy="34311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D51FC1-7487-5BC3-43BE-A5590FB67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965" y="552807"/>
            <a:ext cx="9801854" cy="2790331"/>
          </a:xfrm>
        </p:spPr>
        <p:txBody>
          <a:bodyPr anchor="b">
            <a:normAutofit/>
          </a:bodyPr>
          <a:lstStyle/>
          <a:p>
            <a:pPr algn="ctr"/>
            <a:r>
              <a:rPr lang="en-JP" sz="4800" dirty="0">
                <a:solidFill>
                  <a:srgbClr val="FFFFFF"/>
                </a:solidFill>
              </a:rPr>
              <a:t>Transition finished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E32C432-00B5-B5E3-74A0-98F9823B85E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60000"/>
          </a:blip>
          <a:srcRect t="780"/>
          <a:stretch>
            <a:fillRect/>
          </a:stretch>
        </p:blipFill>
        <p:spPr>
          <a:xfrm>
            <a:off x="6080847" y="3338869"/>
            <a:ext cx="6093578" cy="34311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06ED3B9-C304-A61F-A829-322A70A8985A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60000"/>
          </a:blip>
          <a:srcRect t="12486" b="2842"/>
          <a:stretch>
            <a:fillRect/>
          </a:stretch>
        </p:blipFill>
        <p:spPr>
          <a:xfrm>
            <a:off x="7511" y="3426870"/>
            <a:ext cx="6093578" cy="3431129"/>
          </a:xfrm>
          <a:prstGeom prst="rect">
            <a:avLst/>
          </a:prstGeom>
        </p:spPr>
      </p:pic>
      <p:sp>
        <p:nvSpPr>
          <p:cNvPr id="49" name="Content Placeholder 14">
            <a:extLst>
              <a:ext uri="{FF2B5EF4-FFF2-40B4-BE49-F238E27FC236}">
                <a16:creationId xmlns:a16="http://schemas.microsoft.com/office/drawing/2014/main" id="{44BA8E71-B90A-D442-DBEF-55BBECB8E0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966" y="3510476"/>
            <a:ext cx="9801854" cy="2614231"/>
          </a:xfrm>
        </p:spPr>
        <p:txBody>
          <a:bodyPr anchor="t">
            <a:normAutofit/>
          </a:bodyPr>
          <a:lstStyle/>
          <a:p>
            <a:pPr algn="ctr"/>
            <a:r>
              <a:rPr lang="en-US" sz="1800" dirty="0">
                <a:solidFill>
                  <a:srgbClr val="FFFFFF"/>
                </a:solidFill>
              </a:rPr>
              <a:t>Transition happened from July to August.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4F8B2-3FFB-6A5B-CFCA-99919BD0943A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</p:spTree>
    <p:extLst>
      <p:ext uri="{BB962C8B-B14F-4D97-AF65-F5344CB8AC3E}">
        <p14:creationId xmlns:p14="http://schemas.microsoft.com/office/powerpoint/2010/main" val="1536924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5693F7-BEAF-D855-0103-6452A561A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17636" y="4577975"/>
            <a:ext cx="11482938" cy="1899827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A5D2C0-82E3-4AEA-BB44-573B1B9B929A}"/>
              </a:ext>
            </a:extLst>
          </p:cNvPr>
          <p:cNvSpPr txBox="1"/>
          <p:nvPr/>
        </p:nvSpPr>
        <p:spPr>
          <a:xfrm>
            <a:off x="607325" y="4741948"/>
            <a:ext cx="10825663" cy="8620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Current Progress: Re-Validation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A53AED-4CE8-694E-CAC0-B76CA308B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580" r="27629" b="2"/>
          <a:stretch>
            <a:fillRect/>
          </a:stretch>
        </p:blipFill>
        <p:spPr>
          <a:xfrm>
            <a:off x="307840" y="321733"/>
            <a:ext cx="3793472" cy="201055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1E0F41C-0537-83E7-27BF-8C0656E0F1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84" r="10592" b="1"/>
          <a:stretch>
            <a:fillRect/>
          </a:stretch>
        </p:blipFill>
        <p:spPr>
          <a:xfrm>
            <a:off x="4194959" y="321735"/>
            <a:ext cx="3797570" cy="201055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76F61E4-90F6-AFDA-C1A3-D68ADEB75CC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465" b="3035"/>
          <a:stretch>
            <a:fillRect/>
          </a:stretch>
        </p:blipFill>
        <p:spPr>
          <a:xfrm>
            <a:off x="8086176" y="321734"/>
            <a:ext cx="3797984" cy="20105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D621729-CA2A-4EEF-6AF5-FE30C7B098D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5447"/>
          <a:stretch>
            <a:fillRect/>
          </a:stretch>
        </p:blipFill>
        <p:spPr>
          <a:xfrm>
            <a:off x="307840" y="2423723"/>
            <a:ext cx="3794760" cy="20105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F674A98-5CEE-6FE1-AF1D-444C1566FFF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444" r="27662" b="2"/>
          <a:stretch>
            <a:fillRect/>
          </a:stretch>
        </p:blipFill>
        <p:spPr>
          <a:xfrm>
            <a:off x="4190180" y="2422095"/>
            <a:ext cx="3794760" cy="20138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C77F78-A5FB-F8AC-2100-A3C39BE1C60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9407" b="4"/>
          <a:stretch>
            <a:fillRect/>
          </a:stretch>
        </p:blipFill>
        <p:spPr>
          <a:xfrm>
            <a:off x="8093394" y="2422097"/>
            <a:ext cx="3794760" cy="2010551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7963" y="5694097"/>
            <a:ext cx="9144000" cy="0"/>
          </a:xfrm>
          <a:prstGeom prst="line">
            <a:avLst/>
          </a:prstGeom>
          <a:ln w="1587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944FF69-D55A-DF63-12DE-4A4E34DD87B8}"/>
              </a:ext>
            </a:extLst>
          </p:cNvPr>
          <p:cNvSpPr txBox="1"/>
          <p:nvPr/>
        </p:nvSpPr>
        <p:spPr>
          <a:xfrm>
            <a:off x="391426" y="6061196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</p:spTree>
    <p:extLst>
      <p:ext uri="{BB962C8B-B14F-4D97-AF65-F5344CB8AC3E}">
        <p14:creationId xmlns:p14="http://schemas.microsoft.com/office/powerpoint/2010/main" val="3157077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E94E86-111A-B49E-F950-EDAABBF36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1BE3FA7-0D70-4431-814F-D8C40576E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8A9185-7CB9-54FE-6942-0B829853D3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81" r="4788"/>
          <a:stretch>
            <a:fillRect/>
          </a:stretch>
        </p:blipFill>
        <p:spPr>
          <a:xfrm>
            <a:off x="321731" y="557189"/>
            <a:ext cx="5668684" cy="57436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4F41DC-753E-E28A-AE59-BC9C1006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19"/>
          <a:stretch>
            <a:fillRect/>
          </a:stretch>
        </p:blipFill>
        <p:spPr>
          <a:xfrm>
            <a:off x="6195375" y="557189"/>
            <a:ext cx="5674893" cy="5743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061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F1E60D-0CAA-A5F4-1BDA-2F0BD6702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A58A30-B633-1156-FFC1-BE0274687E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622178"/>
            <a:ext cx="5294716" cy="3613642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56876C91-DB8E-D937-94FE-3612B6B1A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3817" y="1622179"/>
            <a:ext cx="5294715" cy="3613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350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9985D1-F522-97D8-F22B-047E9D01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8279BA7-AC0C-B0DE-6B60-2E1E27DE37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71" y="643467"/>
            <a:ext cx="5000029" cy="5571065"/>
          </a:xfrm>
          <a:prstGeom prst="rect">
            <a:avLst/>
          </a:prstGeom>
          <a:ln>
            <a:noFill/>
          </a:ln>
        </p:spPr>
      </p:pic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535F70A-51C9-144C-C912-4BAA611E78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2292" y="713257"/>
            <a:ext cx="6872030" cy="55710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D5BA9F1-C6B4-42A5-0FD0-0CEDBDB52921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726B1D-E5DF-B0CF-804A-241F104D54B9}"/>
              </a:ext>
            </a:extLst>
          </p:cNvPr>
          <p:cNvSpPr txBox="1"/>
          <p:nvPr/>
        </p:nvSpPr>
        <p:spPr>
          <a:xfrm>
            <a:off x="380671" y="188956"/>
            <a:ext cx="8853678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latin typeface="Abadi MT Condensed Light" panose="020B0306030101010103" pitchFamily="34" charset="77"/>
              </a:rPr>
              <a:t>Draft for final thesis currently on-going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A49F29-18C0-33FE-4319-CC59812B3225}"/>
              </a:ext>
            </a:extLst>
          </p:cNvPr>
          <p:cNvSpPr txBox="1"/>
          <p:nvPr/>
        </p:nvSpPr>
        <p:spPr>
          <a:xfrm>
            <a:off x="520035" y="64481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latin typeface="Abadi MT Condensed Light" panose="020B0306030101010103" pitchFamily="34" charset="77"/>
              </a:rPr>
              <a:t>Progress Report Aug 27, 2026</a:t>
            </a:r>
          </a:p>
        </p:txBody>
      </p:sp>
    </p:spTree>
    <p:extLst>
      <p:ext uri="{BB962C8B-B14F-4D97-AF65-F5344CB8AC3E}">
        <p14:creationId xmlns:p14="http://schemas.microsoft.com/office/powerpoint/2010/main" val="8832009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B394B-22F3-254B-85C9-BEA0D75CA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CD0D35-F97B-32DF-22F3-0EEBE089FC34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B91E41-7148-6D12-AB59-9166B2603B03}"/>
              </a:ext>
            </a:extLst>
          </p:cNvPr>
          <p:cNvSpPr txBox="1"/>
          <p:nvPr/>
        </p:nvSpPr>
        <p:spPr>
          <a:xfrm>
            <a:off x="380671" y="188956"/>
            <a:ext cx="8853678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Draft for final thesis currently on-going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5E9AF0-1C0B-0F40-E26E-E8E51EDC9246}"/>
              </a:ext>
            </a:extLst>
          </p:cNvPr>
          <p:cNvSpPr txBox="1"/>
          <p:nvPr/>
        </p:nvSpPr>
        <p:spPr>
          <a:xfrm>
            <a:off x="520035" y="64481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B01E81-9303-4709-ACF7-9C4C51535623}"/>
              </a:ext>
            </a:extLst>
          </p:cNvPr>
          <p:cNvSpPr txBox="1"/>
          <p:nvPr/>
        </p:nvSpPr>
        <p:spPr>
          <a:xfrm>
            <a:off x="1009933" y="2355461"/>
            <a:ext cx="99492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JP" sz="2400" dirty="0">
                <a:solidFill>
                  <a:schemeClr val="bg1"/>
                </a:solidFill>
              </a:rPr>
              <a:t>Finishing Chapter 1 to Chapter 3 and Placeholder on Chapter 4 and 5 on thesis</a:t>
            </a:r>
          </a:p>
          <a:p>
            <a:pPr marL="342900" indent="-342900">
              <a:buAutoNum type="arabicPeriod"/>
            </a:pPr>
            <a:r>
              <a:rPr lang="en-JP" sz="2400" dirty="0">
                <a:solidFill>
                  <a:schemeClr val="bg1"/>
                </a:solidFill>
              </a:rPr>
              <a:t>Filling in the missing toroids that being submitted into the simulation</a:t>
            </a:r>
          </a:p>
          <a:p>
            <a:pPr marL="342900" indent="-342900">
              <a:buAutoNum type="arabicPeriod"/>
            </a:pPr>
            <a:r>
              <a:rPr lang="en-JP" sz="2400" dirty="0">
                <a:solidFill>
                  <a:schemeClr val="bg1"/>
                </a:solidFill>
              </a:rPr>
              <a:t>Continuing Validation &amp; Calibration.</a:t>
            </a:r>
          </a:p>
          <a:p>
            <a:pPr marL="342900" indent="-342900">
              <a:buAutoNum type="arabicPeriod"/>
            </a:pPr>
            <a:r>
              <a:rPr lang="en-JP" sz="2400" dirty="0">
                <a:solidFill>
                  <a:schemeClr val="bg1"/>
                </a:solidFill>
              </a:rPr>
              <a:t>Excersizing Derivation From Cube Control Volume Variable Sphere (for Thesis Defense Reason)</a:t>
            </a:r>
          </a:p>
          <a:p>
            <a:pPr marL="342900" indent="-342900">
              <a:buAutoNum type="arabicPeriod"/>
            </a:pPr>
            <a:endParaRPr lang="en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2971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167</Words>
  <Application>Microsoft Macintosh PowerPoint</Application>
  <PresentationFormat>Widescreen</PresentationFormat>
  <Paragraphs>26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Abadi MT Condensed Light</vt:lpstr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Transition finished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Wahyu Suryo Samudro</dc:creator>
  <cp:lastModifiedBy>Wahyu Suryo Samudro</cp:lastModifiedBy>
  <cp:revision>24</cp:revision>
  <dcterms:created xsi:type="dcterms:W3CDTF">2026-08-26T12:11:56Z</dcterms:created>
  <dcterms:modified xsi:type="dcterms:W3CDTF">2026-08-27T06:06:08Z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8b525e5-f3da-4501-8f1e-526b6769fc56_Enabled">
    <vt:lpwstr>true</vt:lpwstr>
  </property>
  <property fmtid="{D5CDD505-2E9C-101B-9397-08002B2CF9AE}" pid="3" name="MSIP_Label_38b525e5-f3da-4501-8f1e-526b6769fc56_SetDate">
    <vt:lpwstr>2026-08-26T12:12:20Z</vt:lpwstr>
  </property>
  <property fmtid="{D5CDD505-2E9C-101B-9397-08002B2CF9AE}" pid="4" name="MSIP_Label_38b525e5-f3da-4501-8f1e-526b6769fc56_Method">
    <vt:lpwstr>Standard</vt:lpwstr>
  </property>
  <property fmtid="{D5CDD505-2E9C-101B-9397-08002B2CF9AE}" pid="5" name="MSIP_Label_38b525e5-f3da-4501-8f1e-526b6769fc56_Name">
    <vt:lpwstr>defa4170-0d19-0005-0004-bc88714345d2</vt:lpwstr>
  </property>
  <property fmtid="{D5CDD505-2E9C-101B-9397-08002B2CF9AE}" pid="6" name="MSIP_Label_38b525e5-f3da-4501-8f1e-526b6769fc56_SiteId">
    <vt:lpwstr>db6e1183-4c65-405c-82ce-7cd53fa6e9dc</vt:lpwstr>
  </property>
  <property fmtid="{D5CDD505-2E9C-101B-9397-08002B2CF9AE}" pid="7" name="MSIP_Label_38b525e5-f3da-4501-8f1e-526b6769fc56_ActionId">
    <vt:lpwstr>dc5f2bf9-9f92-403c-ad4e-43e7da508350</vt:lpwstr>
  </property>
  <property fmtid="{D5CDD505-2E9C-101B-9397-08002B2CF9AE}" pid="8" name="MSIP_Label_38b525e5-f3da-4501-8f1e-526b6769fc56_ContentBits">
    <vt:lpwstr>0</vt:lpwstr>
  </property>
  <property fmtid="{D5CDD505-2E9C-101B-9397-08002B2CF9AE}" pid="9" name="MSIP_Label_38b525e5-f3da-4501-8f1e-526b6769fc56_Tag">
    <vt:lpwstr>50, 3, 0, 1</vt:lpwstr>
  </property>
</Properties>
</file>