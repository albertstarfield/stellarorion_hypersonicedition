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57" r:id="rId5"/>
    <p:sldId id="260" r:id="rId6"/>
    <p:sldId id="258" r:id="rId7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40"/>
    <a:srgbClr val="00E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82" d="100"/>
          <a:sy n="82" d="100"/>
        </p:scale>
        <p:origin x="68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6077-F716-EE44-BEEE-CC3811C48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83D8A-93DD-4831-97F0-0614A6D43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611F2-02C0-BBEF-BB2B-462DB586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C497E-9480-CA71-0C0C-04D5A261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ABAD-19FC-DEC8-7E9A-8ED6F16D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9368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748A-5DC5-5BCA-A14D-D5DE97D8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F0E2B-52D0-7CEB-87AB-B2D906FA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5C806-A30E-DB9B-417A-5471F595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74443-56F1-6075-E156-1E686076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784BB-5AAA-E1BA-4255-B5139B2A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2770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A5A9-D86E-3103-619D-1EC1C3996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5A834-327B-D9A2-0E96-3C131D5A9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60FA6-B76C-6CA0-1E79-B254E6D0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91C71-F4C0-C1A6-4EC1-0528431C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F1D37-9389-1F4C-483F-39C90D85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9027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5594-EEB8-11A0-DFA2-F977C9B5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EA534-BF5C-C9E9-340A-16039466A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6A08C-E6B8-2B75-0FEC-BABC28A7F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8CCAA-D17C-4556-B163-7FCFA70E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412BC-100B-FBE9-4596-D94150C4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FF909-7094-ED0B-3E94-A97930A7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0672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0DE2-4D0A-DBB1-4D52-24A98954B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8EF34-FCD7-C79D-3E2C-E0F6DFA42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6CAFD-FB88-9ECA-8DD2-9D36F874F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0689A-B480-2FCE-A903-227E85BAD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71B7B-4A95-8B95-76EA-8D96145FC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845DD-1164-5923-5DC4-1D947552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737B5-B68D-45AE-B386-B24246C0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649BD-F487-EE2F-BB48-9730749C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7368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DD97-5BBD-1225-0B90-E57885EC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DBA958-9012-5450-D23B-E3440396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E7E86-0BF2-5109-3AA7-E8AE0DF3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DD16C-9BA9-DF5D-42F4-0AB07C49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106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76AF2-9AEC-0225-E413-F4A3959D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18E86-753D-F15D-1813-5D6F42C2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B39B9-3A87-588A-6347-8228FF28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930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7F30-DC18-3391-27E2-55C41EF9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A917-209A-7806-DC70-A5602DD42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F904F-7B22-9259-C5A5-DFE2557ED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15EEC-481C-EA3B-1B2A-72D771EE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E36AE-5204-9021-E2AF-1B8C5BD4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E33CB-C74B-48F9-FB6E-415B3BD5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01091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E5B2-91C3-A3C7-E111-BD2C6C9C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2CF30-83D5-0E86-D2F0-7A1AE1EC6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03AAB-095D-2AD9-FCE2-0570C9EFC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DC5A1-C226-46D9-B6F9-033AD179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6E5EB-D9C6-097E-C3BB-A9E03E8CA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4F922-7FEC-A460-6934-5E11CB1A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247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F7CF-113D-EE56-0CB1-5B9733BA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D956B-403E-AD42-83BA-D63FB4BC0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94DD-FFBD-4ACF-BDD8-AF10152D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205B5-F748-C874-FAF9-BDB81564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050C0-0CBC-0811-83B2-A446D141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0814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780D2-7B93-1CF0-3105-5D2FFFA70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8D631-2F3B-B8D0-D868-C29706E22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D3E75-C4EC-E4D9-8E36-8FB549D7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B2EF-F996-18DB-39BE-4D7075BC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7564C-07AC-8FC3-A800-1ADF5A8F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151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0000"/>
              </a:schemeClr>
            </a:gs>
            <a:gs pos="7000">
              <a:schemeClr val="accent1">
                <a:lumMod val="95000"/>
                <a:lumOff val="5000"/>
              </a:schemeClr>
            </a:gs>
            <a:gs pos="99000">
              <a:schemeClr val="accent1">
                <a:lumMod val="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185DD3-6DBC-C0AD-04E4-06DE906D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A6FA4-D34D-0263-D440-CE446EEBE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6D349-296D-DF10-0F4C-9C63919BD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563E3-58B7-CE41-A8B1-05A22892CB38}" type="datetimeFigureOut">
              <a:rPr lang="en-JP" smtClean="0"/>
              <a:t>2026/08/26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7807-21C0-00E5-71BD-494CBED65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5263E-AB94-F662-7FEF-CCCECDA6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4487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F6E1F4-5089-63F2-79E0-44D0FC3F9AB5}"/>
              </a:ext>
            </a:extLst>
          </p:cNvPr>
          <p:cNvSpPr/>
          <p:nvPr/>
        </p:nvSpPr>
        <p:spPr>
          <a:xfrm>
            <a:off x="-604433" y="6185303"/>
            <a:ext cx="4070648" cy="816899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949B5-5F81-E665-92FF-97CB08CBF5FE}"/>
              </a:ext>
            </a:extLst>
          </p:cNvPr>
          <p:cNvSpPr txBox="1"/>
          <p:nvPr/>
        </p:nvSpPr>
        <p:spPr>
          <a:xfrm>
            <a:off x="367635" y="6449634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5BC313-E3D4-C57E-0DD5-F8007CEBC36C}"/>
              </a:ext>
            </a:extLst>
          </p:cNvPr>
          <p:cNvSpPr/>
          <p:nvPr/>
        </p:nvSpPr>
        <p:spPr>
          <a:xfrm>
            <a:off x="3001927" y="5904854"/>
            <a:ext cx="5057192" cy="1089561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AE3E04-AD6A-F580-358D-ABF1C798B652}"/>
              </a:ext>
            </a:extLst>
          </p:cNvPr>
          <p:cNvSpPr/>
          <p:nvPr/>
        </p:nvSpPr>
        <p:spPr>
          <a:xfrm>
            <a:off x="7028120" y="6292312"/>
            <a:ext cx="4323906" cy="816899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3BA07F-BF33-287B-99A0-98C11551E57D}"/>
              </a:ext>
            </a:extLst>
          </p:cNvPr>
          <p:cNvSpPr/>
          <p:nvPr/>
        </p:nvSpPr>
        <p:spPr>
          <a:xfrm>
            <a:off x="8243776" y="5776854"/>
            <a:ext cx="4323906" cy="816899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3944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FAAF-3632-F48F-53BB-B3A7B2E2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4F2051-582A-BDC7-D6FF-E84AE4215AE2}"/>
              </a:ext>
            </a:extLst>
          </p:cNvPr>
          <p:cNvSpPr txBox="1"/>
          <p:nvPr/>
        </p:nvSpPr>
        <p:spPr>
          <a:xfrm>
            <a:off x="584790" y="478465"/>
            <a:ext cx="483781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278034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A393-A1C6-90FA-0E13-393C3176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05EEF5-552F-7635-321F-ADA25352612A}"/>
              </a:ext>
            </a:extLst>
          </p:cNvPr>
          <p:cNvSpPr txBox="1"/>
          <p:nvPr/>
        </p:nvSpPr>
        <p:spPr>
          <a:xfrm>
            <a:off x="584790" y="478465"/>
            <a:ext cx="483781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Previous Issue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51F64-0714-5F93-FFCD-97A80758C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"/>
            <a:ext cx="5486400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59D97-5E60-3198-A994-79CC06240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498" y="3648979"/>
            <a:ext cx="4868390" cy="28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1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551A-27B1-4A17-749C-AE2B99C4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EA046-5EB5-1854-C2F7-1B620EA79DC6}"/>
              </a:ext>
            </a:extLst>
          </p:cNvPr>
          <p:cNvSpPr txBox="1"/>
          <p:nvPr/>
        </p:nvSpPr>
        <p:spPr>
          <a:xfrm>
            <a:off x="584790" y="478465"/>
            <a:ext cx="885367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Transition Programming Language For Orchestrator and Post Processor In order to get Auto Theorem prover GNATprove</a:t>
            </a:r>
          </a:p>
        </p:txBody>
      </p:sp>
    </p:spTree>
    <p:extLst>
      <p:ext uri="{BB962C8B-B14F-4D97-AF65-F5344CB8AC3E}">
        <p14:creationId xmlns:p14="http://schemas.microsoft.com/office/powerpoint/2010/main" val="217081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1FC1-7487-5BC3-43BE-A5590FB6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2C432-00B5-B5E3-74A0-98F9823B8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399" y="2986779"/>
            <a:ext cx="6030445" cy="3416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017CF9-2EFC-DE7B-120D-761525599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23" y="3295196"/>
            <a:ext cx="4891422" cy="3250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ED3B9-C304-A61F-A829-322A70A89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511" y="145881"/>
            <a:ext cx="4274290" cy="2840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F2B217-1954-C7FE-3DED-B95EE3E84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89" y="0"/>
            <a:ext cx="4891422" cy="329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24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93F7-BEAF-D855-0103-6452A561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A5D2C0-82E3-4AEA-BB44-573B1B9B929A}"/>
              </a:ext>
            </a:extLst>
          </p:cNvPr>
          <p:cNvSpPr txBox="1"/>
          <p:nvPr/>
        </p:nvSpPr>
        <p:spPr>
          <a:xfrm>
            <a:off x="584790" y="478465"/>
            <a:ext cx="483781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157077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26</Words>
  <Application>Microsoft Macintosh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Abadi MT Condensed Light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Wahyu Suryo Samudro</dc:creator>
  <cp:lastModifiedBy>Wahyu Suryo Samudro</cp:lastModifiedBy>
  <cp:revision>10</cp:revision>
  <dcterms:created xsi:type="dcterms:W3CDTF">2026-08-26T12:11:56Z</dcterms:created>
  <dcterms:modified xsi:type="dcterms:W3CDTF">2026-08-26T13:41:00Z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2026-08-26T12:12:20Z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dc5f2bf9-9f92-403c-ad4e-43e7da508350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50, 3, 0, 1</vt:lpwstr>
  </property>
</Properties>
</file>